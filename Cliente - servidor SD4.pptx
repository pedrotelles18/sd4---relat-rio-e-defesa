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A7E53-9DA9-44DA-AD82-E99E7A6526A4}" v="12" dt="2026-05-31T23:32:53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E3BD3-145F-4D99-B8CC-E4984B3617E6}" type="datetimeFigureOut">
              <a:t>31/05/2026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3FEAC-55CF-47A2-B484-78782FC0EC30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151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56" y="282515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PRIVYON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Final — SD4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920240"/>
            <a:ext cx="50292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9456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176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194560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30752" y="2176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 Automática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19456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65392" y="2176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TCP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57200" y="2834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percebe a queda do servidor e reconecta automaticamente — sem intervenção humana.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Telles  ·  Leonardo Sia  ·  Lucas Poloni  ·  Heitor Comini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  ·  Prof. Leonardo Grando  ·  UNISAL — Americana SP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533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" y="245059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TCP básica entre cliente e servidor via socket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743200" cy="3383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35331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35331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291840" y="245059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concorrência com Lock/Mutex e audit log sequencial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80760" y="1188720"/>
            <a:ext cx="274320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35331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79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35331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172200" y="2450592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 — reconexão automática do cliente em caso de queda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72200" y="4023360"/>
            <a:ext cx="25603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Atual 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— FLUXO DE RECONEXÃO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50876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8928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requisição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83080" y="1892808"/>
            <a:ext cx="22860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0" y="1143000"/>
            <a:ext cx="1508760" cy="1600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8928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(Ctrl+C)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520440" y="1892808"/>
            <a:ext cx="22860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49040" y="1143000"/>
            <a:ext cx="150876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3258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18928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ConnectionRefused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892808"/>
            <a:ext cx="22860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0" y="1143000"/>
            <a:ext cx="150876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752" y="13258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18928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3s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tenta de novo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995160" y="1892808"/>
            <a:ext cx="22860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223760" y="1143000"/>
            <a:ext cx="1508760" cy="1600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132588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23760" y="1892808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Reconecta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conclui ✅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74320" y="2926080"/>
            <a:ext cx="8595360" cy="1783080"/>
          </a:xfrm>
          <a:prstGeom prst="rect">
            <a:avLst/>
          </a:prstGeom>
          <a:solidFill>
            <a:srgbClr val="0D1B2A"/>
          </a:solidFill>
          <a:ln w="1905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457200" y="2944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Lógica de reconexão — client_v3.py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57200" y="3255264"/>
            <a:ext cx="82296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(ConnectionRefusedError, socket.timeout, OSError):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"Servidor offline — aguardando 3s..."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RETRY_INTERVAL</a:t>
            </a:r>
            <a:r>
              <a:rPr lang="en-US" sz="12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reconexão automática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— CLIENT_V3.PY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93776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24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de reconexão automática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RETRY_INTERVAL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
</a:t>
            </a: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MAX_RETRIES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
</a:t>
            </a: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 +=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s.connect((HOST, PORT))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s.sendall(message)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 # ✅ sucesso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(ConnectionRefusedError,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socket.timeout, OSError):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time.sleep(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RETRY_INTERVAL</a:t>
            </a:r>
            <a:r>
              <a:rPr lang="en-US" sz="11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🔁 retry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40680" y="1005840"/>
            <a:ext cx="3429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116128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35040" y="1051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5s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35040" y="1408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tentativa de conexão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40680" y="1920240"/>
            <a:ext cx="3429000" cy="7498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207568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exceções capturadas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322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ConnectionRefused, timeout, OSError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40680" y="2834640"/>
            <a:ext cx="3429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299008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imediato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35040" y="3236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que conexão bem-sucedida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40680" y="3749040"/>
            <a:ext cx="342900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408" y="390448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3504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MAX_RETRIES = 10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03504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após 10 tentativas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DOS TESTES — test_fault_tolerance.py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requisições — servidor derrubado durante a execução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5303520" cy="3291841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Tentativas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9.301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reconectado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9.287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reconectado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897880" y="1389888"/>
            <a:ext cx="2926080" cy="10972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4356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89788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bem-sucedidas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2651760"/>
            <a:ext cx="292608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6974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5897880" y="32552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reconexão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7880" y="3913632"/>
            <a:ext cx="292608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39593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5897880" y="4517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TCP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6/6 requisições bem-sucedidas  ·  Tolerância a Falhas APROVADA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 — ROTEIRO DE APRESENTAÇÃO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9728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115568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15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B2"/>
                </a:solidFill>
              </a:rPr>
              <a:t>Terminal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097280"/>
            <a:ext cx="3200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server_v3.py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0972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online e escutando na porta 9090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190195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1920240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19202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B2"/>
                </a:solidFill>
              </a:rPr>
              <a:t>Terminal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1901952"/>
            <a:ext cx="3200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901952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test_fault_tolerance.py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19019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envio das 6 requisições (pausa de 2s entre elas)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706624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2724912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724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B2"/>
                </a:solidFill>
              </a:rPr>
              <a:t>Terminal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40280" y="2706624"/>
            <a:ext cx="3200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706624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7066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queda do servidor intencionalmente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511296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511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" y="3529584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529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B2"/>
                </a:solidFill>
              </a:rPr>
              <a:t>Observar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40280" y="3511296"/>
            <a:ext cx="3200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3511296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tentativas no Terminal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35112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detecta falha e tenta reconectar a cada 3 segundos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4315968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" y="4334256"/>
            <a:ext cx="11887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3342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B2"/>
                </a:solidFill>
              </a:rPr>
              <a:t>Terminal 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40280" y="4315968"/>
            <a:ext cx="3200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server_v3.py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77840" y="43159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o servidor — cliente reconecta e conclui automaticamente ✅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60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técnicos e impacto da solução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234440"/>
          </a:xfrm>
          <a:prstGeom prst="rect">
            <a:avLst/>
          </a:prstGeom>
          <a:solidFill>
            <a:srgbClr val="0E2A3A"/>
          </a:solidFill>
          <a:ln w="1016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a falhas de rede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7552" y="189280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de exceção TCP tratadas. Falhas transitórias não encerram o cliente.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69080" cy="1234440"/>
          </a:xfrm>
          <a:prstGeom prst="rect">
            <a:avLst/>
          </a:prstGeom>
          <a:solidFill>
            <a:srgbClr val="0E2A3A"/>
          </a:solidFill>
          <a:ln w="1016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5232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responsabilidades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285232" y="189280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stateless. Toda lógica de retry encapsulada no cliente.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069080" cy="1234440"/>
          </a:xfrm>
          <a:prstGeom prst="rect">
            <a:avLst/>
          </a:prstGeom>
          <a:solidFill>
            <a:srgbClr val="0E2A3A"/>
          </a:solidFill>
          <a:ln w="1016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46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concorrência preservado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87552" y="335584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Lock/Mutex do Sprint 2 mantido. Numeração seq sem duplicatas após reconexão.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880360"/>
            <a:ext cx="4069080" cy="1234440"/>
          </a:xfrm>
          <a:prstGeom prst="rect">
            <a:avLst/>
          </a:prstGeom>
          <a:solidFill>
            <a:srgbClr val="0E2A3A"/>
          </a:solidFill>
          <a:ln w="1016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4612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85232" y="2971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configurável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285232" y="3355848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settimeout(5) + RETRY_INTERVAL criam comportamento previsível e controlado.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100% de sucesso nas 6 requisições — incluindo as que passaram pela falha do servidor 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7C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defesa individual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86000" y="3291840"/>
            <a:ext cx="457200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474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Telles  ·  Leonardo Sia  ·  Lucas Poloni  ·  Heitor Comini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  ·  Prof. Leonardo Grando  ·  UNISAL — Americana SP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Privyon — SD4</dc:title>
  <dc:subject>PptxGenJS Presentation</dc:subject>
  <dc:creator>PptxGenJS</dc:creator>
  <cp:lastModifiedBy>PptxGenJS</cp:lastModifiedBy>
  <cp:revision>7</cp:revision>
  <dcterms:created xsi:type="dcterms:W3CDTF">2026-05-31T23:27:36Z</dcterms:created>
  <dcterms:modified xsi:type="dcterms:W3CDTF">2026-05-31T23:33:56Z</dcterms:modified>
</cp:coreProperties>
</file>